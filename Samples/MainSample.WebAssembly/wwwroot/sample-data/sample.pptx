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notes come from ppt/notesSlides and are rendered below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MudBlazor.Extensions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 side PPTX rendering with MudExFileDisplayPresentation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viewer covers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shapes with size, weight and color</a:t>
            </a:r>
          </a:p>
          <a:p>
            <a:pPr/>
            <a:r>
              <a:t>Pictures straight from the package</a:t>
            </a:r>
          </a:p>
          <a:p>
            <a:pPr/>
            <a:r>
              <a:t>Groups including their coordinate mapping</a:t>
            </a:r>
          </a:p>
          <a:p>
            <a:pPr lvl="1"/>
            <a:r>
              <a:t>Placeholder positions inherited from layout and master</a:t>
            </a:r>
          </a:p>
          <a:p>
            <a:pPr lvl="1"/>
            <a:r>
              <a:t>Speaker notes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Pictures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828800"/>
            <a:ext cx="292608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/>
              <a:t>Images are inlined as data uris, so no request leaves the browser.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